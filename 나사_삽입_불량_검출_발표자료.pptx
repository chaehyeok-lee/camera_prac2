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0개 → 정상 검출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문제 정의 및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1번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77072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25512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2번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93224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41664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49256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009376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6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265408" y="2377440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학습 인스턴스 다양성 부족(14장 내내 동일 3개 반복)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held-out(미학습) 이미지에서 화면에 뚜렷이 보이는 나사를 0개 검출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은색 나사 vs 무광 검정 배경 → Otsu 임계값만으로 학습 없이 검출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실측 오차 -1.6% ~ -7.6% 로 대폭 개선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기울어진 나사(타원 투영)는 aspect_ratio로 '틀어짐' 별도 분류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파랑=stud_hole, 라벨에 mm값·오차%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지름 측정 오차 (합성 정답 데이터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검증 방법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실제 카메라로는 '정답 지름'을 알 수 없어, 알려진 기울기·반지름의 3D 원을 가상 카메라에 투영해 합성 데이터를 만들고 알고리즘을 검증함.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실제 시편 적용 결과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이번 시편에서는 기존 mm 오차(+16%)가 거의 그대로 남음 — 패널 기울기가 이 시편에선 크지 않았다는 뜻이며, 동시에 그 오차의 주 원인이 패널 기울기가 아니라 다른 요인(세그멘테이션 마스크 해상도)임을 실측으로 규명함.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틀어짐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장단축비(aspect_ratio)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구멍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 판정을 동시에 자동 표시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627632"/>
            <a:ext cx="5888736" cy="3328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06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모션 재감지 시 RESULT_SHOWN → WAITING 복귀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1243B"/>
                </a:solidFill>
                <a:latin typeface="맑은 고딕"/>
                <a:ea typeface="맑은 고딕"/>
              </a:rPr>
              <a:t>자기검증 메커니즘 실동작 확인: 15프레임 버스트 2회 비교 중 실제 불일치(나사 4개/3개) 발생 → 30프레임 재측정으로 자동 전환 → 원인(반사로 인한 depth 유실, 배경 오탐)까지 로그로 정확히 규명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카메라 고정 + 시편 이동 전제, 정지 감지 시 자동으로 5·6번 판정 파이프라인 실행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틀어짐(평면) 판정 미해결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삽입된 나사가 자기 구멍을 가려 중심좌표 매칭이 근본적으로 불가능 — 재설계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덜박힘 임계값 잠정치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진짜 불량(덜박힘) 샘플이 없어 정상 표본 통계로 임시 산출 — 실제 불량 샘플 확보 시 재보정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3192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모션 감지 임계값 미보정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5196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실측 결과 정지·이동 구간 depth 변화량이 거의 안 갈림(temporal filter가 움직임 신호까지 완화) — 감지 경로 별도 설계 필요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29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배경 오탐 사례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492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모니터 스탠드 반사물이 나사로 오탐되며 틀어짐까지 판정된 사례 1건 — 면적/컨텍스트 필터 보강 검토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1.  구멍·나사 검출 정확도를 실측 기반 실험으로 반복 개선 (재현율 9→13개, 색상 기반 전환)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2.  측정 알고리즘의 정확성을 합성 정답 데이터로 처음 정량 검증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3.  실시간 상태머신을 현장 실카메라로 전체 순환 검증 (측정시간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