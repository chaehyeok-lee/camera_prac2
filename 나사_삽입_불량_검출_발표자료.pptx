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6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794" autoAdjust="0"/>
  </p:normalViewPr>
  <p:slideViewPr>
    <p:cSldViewPr snapToGrid="0" snapToObjects="1">
      <p:cViewPr>
        <p:scale>
          <a:sx n="125" d="100"/>
          <a:sy n="125" d="100"/>
        </p:scale>
        <p:origin x="90" y="-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822960" cy="7315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나사 삽입 불량 자동 검출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8C4D9"/>
                </a:solidFill>
                <a:latin typeface="맑은 고딕"/>
                <a:ea typeface="맑은 고딕"/>
              </a:rPr>
              <a:t>RealSense D435 Depth+RGB 하이브리드 검사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정상 / 덜박힘 / 틀어짐 자동 판별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핵심 성과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9 → 13개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스터드홀 탐지 개수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confidence·원형도 필터 조정, 오탐 증가 없음 확인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0개 → 정상 검출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YOLO 학습 방식 실패 → 색상 기반 전환, 오차 -1.6~-7.6%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실시간 측정 소요시간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-37% · 모델 워밍업 위치 조정으로 병목 제거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실카메라 상태전이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정지감지→측정→결과→재트리거 전체 순환 성공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이하 슬라이드에서 각 성과의 근거(실측 사진·로그)를 순서대로 제시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문제 정의 및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목표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타이어 허브 나사 삽입 상태를 3가지로 자동 판별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(정상 / 덜박힘 / 틀어짐)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제약 조건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시편 3개, 측정거리 250mm 고정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Intel RealSense D435 (Depth+RGB)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Depth
전처리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360920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3번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6952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Segmentation
학습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577072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25512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33104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px→mm
환산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93224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41664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5번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49256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불량
판정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009376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57816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6번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265408" y="2377440"/>
            <a:ext cx="960120" cy="960120"/>
          </a:xfrm>
          <a:prstGeom prst="roundRect">
            <a:avLst/>
          </a:prstGeom>
          <a:solidFill>
            <a:srgbClr val="1E4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실시간화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7번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3번(Depth 전처리)~7번(실시간화) 순서로 진행 · 4~6번이 핵심 정확도 개선 구간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D"/>
                </a:solidFill>
                <a:latin typeface="맑은 고딕"/>
              </a:rPr>
              <a:t>3. DEPTH 전처리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43B"/>
                </a:solidFill>
                <a:latin typeface="맑은 고딕"/>
              </a:rPr>
              <a:t>노이즈 저감 실험으로 파이프라인 확정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5192" y="1719072"/>
            <a:ext cx="3387198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-3_spatial_pareto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80" y="1737360"/>
            <a:ext cx="3350622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3480" y="4434840"/>
            <a:ext cx="335062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필터 기법 비교 · RealSense spatial 채택 (노이즈 -49%)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4415" y="1719072"/>
            <a:ext cx="3685031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3-4_temporal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2703" y="1737360"/>
            <a:ext cx="3648456" cy="2606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2703" y="4434840"/>
            <a:ext cx="3648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시간축 필터 강도 · alpha=0.1 채택 (노이즈 사실상 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81471" y="1719072"/>
            <a:ext cx="3685031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3-6_multiframe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759" y="1737360"/>
            <a:ext cx="3648456" cy="2606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99759" y="4434840"/>
            <a:ext cx="3648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합성 프레임 수 · N=30 채택 (knee point)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3개 실험 모두 캘리퍼 없이 상대 비교로 최적값 도출 · 절대 정확도 검증은 4~6번에서 별도 진행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4. SEGMENTATION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스터드홀(stud_hole) 탐지 재현율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4-2_hol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44579"/>
            <a:ext cx="5074920" cy="28546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9963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-2_hole_low_conf_circ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344579"/>
            <a:ext cx="5074920" cy="28546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BEFORE · 9개 탐지 (conf=0.28)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6A34A"/>
                </a:solidFill>
                <a:latin typeface="맑은 고딕"/>
                <a:ea typeface="맑은 고딕"/>
              </a:rPr>
              <a:t>AFTER · 13개 탐지 (conf=0.15 + 원형도 필터)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동일 프레임 비교 · 기존 9개 위치 그대로 유지 + 4개 추가 검출, 오탐 육안상 없음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 방식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6016752" y="2161984"/>
            <a:ext cx="5614416" cy="317411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5_px_to_mm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180272"/>
            <a:ext cx="5577840" cy="3137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C2626"/>
                </a:solidFill>
                <a:latin typeface="맑은 고딕"/>
                <a:ea typeface="맑은 고딕"/>
              </a:rPr>
              <a:t>학습 기반(YOLO)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인스턴스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다양성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부족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(14장)</a:t>
            </a: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held-out(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미학습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)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이미지에서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lang="en-US" sz="1300" b="0" dirty="0">
                <a:solidFill>
                  <a:srgbClr val="11243B"/>
                </a:solidFill>
                <a:latin typeface="맑은 고딕"/>
                <a:ea typeface="맑은 고딕"/>
              </a:rPr>
              <a:t>	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화면에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뚜렷이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보이는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나사를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0개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검출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A34A"/>
                </a:solidFill>
                <a:latin typeface="맑은 고딕"/>
                <a:ea typeface="맑은 고딕"/>
              </a:rPr>
              <a:t>색상(명도) 기반 고전 CV 전환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48463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은색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vs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무광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검정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배경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→ Otsu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임계값만으로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없이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검출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실측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오차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-1.6% ~ -7.6% 로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대폭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개선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기울어진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타원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투영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)는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aspect_ratio로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'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틀어짐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'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별도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분류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우측: 실제 캡처 결과 · 초록=정상 나사, 빨강=틀어짐, 노랑=stud_hole, 라벨에 mm값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지름 측정 정확도 검증 — 평면-호모그래피 보정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3.1% → 0.3%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4320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지름 측정 오차 (합성 정답 데이터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81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패널 기울기로 인한 시야각 오차를 depth 평면 피팅으로 보정, 10배 개선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0332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86791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0.9999998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5488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평면 법선 추정 정확도 (내적)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09320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합성 3D 기울기 시뮬레이션으로 알고리즘 자체를 정량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91640"/>
            <a:ext cx="69494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검증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방법</a:t>
            </a: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실카메라로는 '정답 지름'을 모름 → 알려진 각도·반지름의 3D 원을 합성해 알고리즘만 따로 검증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35000"/>
              </a:lnSpc>
            </a:pP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실제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시편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적용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결과</a:t>
            </a: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이번 시편은 기울기가 작아 오차(+16%) 거의 그대로 남음 — 원인은 기울기가 아니라 세그멘테이션 마스크 해상도로 규명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정직한 결과 보고: 알고리즘 정확성은 합성 데이터로 검증됨, 실제 오차 원인 규명은 별도 성과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6. 삽입 불량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최종 판정 결과물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7792" y="2001964"/>
            <a:ext cx="6345936" cy="35855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6_insertion_check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20252"/>
            <a:ext cx="6309360" cy="35490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0116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A34A"/>
                </a:solidFill>
                <a:latin typeface="맑은 고딕"/>
                <a:ea typeface="맑은 고딕"/>
              </a:rPr>
              <a:t>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초록 원으로 표시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aspect_ratio·중심좌표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C2626"/>
                </a:solidFill>
                <a:latin typeface="맑은 고딕"/>
                <a:ea typeface="맑은 고딕"/>
              </a:rPr>
              <a:t>이상(틀어짐·덜박힘)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빨강 원으로 표시</a:t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라벨 텍스트로 원인 구분(각도/깊이)</a:t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21488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 err="1">
                <a:solidFill>
                  <a:srgbClr val="FFC000"/>
                </a:solidFill>
                <a:latin typeface="맑은 고딕"/>
                <a:ea typeface="맑은 고딕"/>
              </a:rPr>
              <a:t>구멍</a:t>
            </a:r>
            <a:endParaRPr sz="1400" b="1" dirty="0">
              <a:solidFill>
                <a:srgbClr val="FFC000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노랑 원 · mm 자동 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한 장의 캡처에서 구멍 탐지 + 나사 상태(정상/덜박힘/틀어짐) 판정을 동시에 자동 표시 · 덜박힘 임계값 5.0mm 확정(53개 표본 이중분포 근거)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7. 실시간 검출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실시간 상태머신 &amp; 현장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5742432" y="1828800"/>
            <a:ext cx="5888736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7_realti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828800"/>
            <a:ext cx="5852160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WAITING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7373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0574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SETTLING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089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4290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MEASURING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05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8006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RESULT
SHOWN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모션 재감지 시 RESULT_SHOWN → WAITING 복귀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-37%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측정 소요시간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순환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치웠다 놓기 반복 성공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2120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1243B"/>
                </a:solidFill>
                <a:latin typeface="맑은 고딕"/>
                <a:ea typeface="맑은 고딕"/>
              </a:rPr>
              <a:t>자기검증 메커니즘 실동작 확인: 15프레임 버스트 2회 비교 중 실제 불일치(나사 4개/3개) 발생 → 30프레임 재측정으로 자동 전환 → 원인(반사로 인한 depth 유실, 배경 오탐)까지 로그로 정확히 규명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6번과 동일한 판정 로직(정상/덜박힘/틀어짐)을 그대로 재사용 · 카메라 고정 + 시편 이동 전제, 정지 감지 시 자동 실행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한계 및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틀어짐(평면) 판정 미해결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삽입된 나사가 자기 구멍을 가려 중심좌표 매칭이 근본적으로 불가능 — 재설계 필요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83464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788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다른 시편 캘리퍼 값 미확보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5468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새 트레드 시편은 구멍이 오목(concave)해 기존 측정법이 안 맞음 — 시편별 파라미터 프로파일 구조는 구축, 캘리퍼 기준값은 별도 측정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93192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3886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모션 감지 임계값 정밀 재보정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5196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현장에서 실제 이동으로 3/3회 정상 동작 확인(잠정값 0.5mm) — 원격 캘리브레이션은 시편을 못 움직여 실패, 정식 재보정은 아직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02920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4983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배경 오탐 사례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34924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모니터 스탠드 반사물이 나사로 오탐되며 틀어짐까지 판정된 사례 1건 — 면적/컨텍스트 필터 보강 검토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F6FED"/>
                </a:solidFill>
                <a:latin typeface="맑은 고딕"/>
                <a:ea typeface="맑은 고딕"/>
              </a:rPr>
              <a:t>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1.  구멍·나사 검출 정확도를 실측 기반 실험으로 반복 개선 (재현율 9→13개, 색상 기반 전환)</a:t>
            </a:r>
          </a:p>
          <a:p>
            <a:pPr algn="l">
              <a:lnSpc>
                <a:spcPct val="160000"/>
              </a:lnSpc>
            </a:pPr>
            <a:endParaRPr sz="1800" b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2.  측정 알고리즘의 정확성을 합성 정답 데이터로 처음 정량 검증</a:t>
            </a:r>
          </a:p>
          <a:p>
            <a:pPr algn="l">
              <a:lnSpc>
                <a:spcPct val="160000"/>
              </a:lnSpc>
            </a:pPr>
            <a:endParaRPr sz="1800" b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3.  실시간 상태머신을 현장 실카메라로 전체 순환 검증 (측정시간 -37%)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844</Words>
  <Application>Microsoft Office PowerPoint</Application>
  <PresentationFormat>Widescreen</PresentationFormat>
  <Paragraphs>109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이채혁</cp:lastModifiedBy>
  <cp:revision>2</cp:revision>
  <dcterms:created xsi:type="dcterms:W3CDTF">2013-01-27T09:14:16Z</dcterms:created>
  <dcterms:modified xsi:type="dcterms:W3CDTF">2026-08-20T05:39:08Z</dcterms:modified>
  <cp:category/>
</cp:coreProperties>
</file>